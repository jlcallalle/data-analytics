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esta portada no cuenta dentro de las 5 slides. Pon los nombres y la fecha, y borra esta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30 segundos de exposición para esta slide. Es contexto, no hallazgos. No te extiendas.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1 minuto. Si alguna hipótesis falló, dilo: es lo más interesante que puedes contar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2 minutos, es la slide más densa. Recorre la tabla de arriba abajo señalando dónde están los saltos grandes y dónde no pasa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2 minutos y medio, la mitad de tu tiempo. No leas la tabla: cuenta la historia. 'Esperábamos X, encontramos Y, y creemos que pasa porque Z.'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1 minuto. Cierra con las limitaciones, no con el umbral: deja al público con la impresión de que sabes hasta dónde llegan tus datos. Eso da más credibilidad que cualquier métrica.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sobrevivió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Titanic?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13232" y="384048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96112" y="3840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4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la pareja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47091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96112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5 slides · 7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los datos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predice, con cuántos casos, y qué tan desbalanceados están.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predecimos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qué variable se predice y qué significa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valga 1 o 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datos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0916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pasajeros. Cómo se dividieron entre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prueba.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desbalanceado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45820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porcentaje sobrevivió. Y qué exactitud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tendría predecir siempre la clase mayoritaria.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que no puede faltar en esta slide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contra la regla trivial. Si no dices qué acertaría un modelo que no mira ningún dato, nadie puede juzgar si el tuyo sirve.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 antes de modelar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tres hipótesis, y si se cumplieron o 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221284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423160" y="22128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221284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577840" y="22128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317296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423160" y="31729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317296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577840" y="317296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413308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423160" y="41330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413308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413308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2103120"/>
            <a:ext cx="4233672" cy="2788920"/>
          </a:xfrm>
          <a:prstGeom prst="roundRect">
            <a:avLst>
              <a:gd name="adj" fmla="val 19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53528" y="23865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22860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gráfico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53528" y="2651760"/>
            <a:ext cx="3749040" cy="2057400"/>
          </a:xfrm>
          <a:prstGeom prst="roundRect">
            <a:avLst>
              <a:gd name="adj" fmla="val 2667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836408" y="265176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aquí el gráfico</a:t>
            </a:r>
            <a:endParaRPr lang="en-US" sz="11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Parte 1 que</a:t>
            </a:r>
            <a:endParaRPr lang="en-US" sz="11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te sorprendió.</a:t>
            </a:r>
            <a:endParaRPr lang="en-US" sz="1100" dirty="0"/>
          </a:p>
          <a:p>
            <a:pPr algn="ctr" indent="0" marL="0">
              <a:lnSpc>
                <a:spcPct val="114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solo, el mejor.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valora aquí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hayas escrito las hipótesis ANTES de modelar, y que reconozcas cuál se cayó. Equivocarse en una hipótesis no resta: esconderlo sí.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modelos, y qué aportó cada variable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completa, con las métricas en prueba.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64592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que se agrega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de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 (regla trivial)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057400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82128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9872" y="222199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que más aportó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82128" y="258775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065008" y="258775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fue, y cuánto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subió el AUC.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0" y="3840480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128" y="41056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40050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NO aportó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82128" y="437083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C40D51"/>
          </a:solidFill>
          <a:ln w="15875">
            <a:solidFill>
              <a:srgbClr val="FF8FBB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8065008" y="437083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fue, y tu explicación</a:t>
            </a:r>
            <a:endParaRPr lang="en-US" sz="10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 qué agregar</a:t>
            </a:r>
            <a:endParaRPr lang="en-US" sz="10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puede empeorar.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2416" y="5266944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esto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" y="5614416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métricas de esta tabla tienen que ser de PRUEBA. Si reportas las de entrenamiento, la tabla no significa nada.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0233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DE 5 · LA MÁS IMPORTANTE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coeficiente que cambió al agregar otra variable, y por qué.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 de la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776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con la MISMA variable en modelos distintos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29400" y="2103120"/>
            <a:ext cx="5010912" cy="2103120"/>
          </a:xfrm>
          <a:prstGeom prst="roundRect">
            <a:avLst>
              <a:gd name="adj" fmla="val 26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76288" y="23865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4032" y="2286000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explicación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76288" y="2651760"/>
            <a:ext cx="4572000" cy="1417320"/>
          </a:xfrm>
          <a:prstGeom prst="roundRect">
            <a:avLst>
              <a:gd name="adj" fmla="val 3871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7059168" y="265176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cambia ese coeficiente?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relación hay entre las dos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que lo explica?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38912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3891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slide vale 20 de los 100 puntos. Si la explicas bien, el proyecto está aprobado con holgura.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si te atascas: compara el coeficiente de una variable que parecía no importar cuando estaba sola. Y piensa qué tienen en común esa variable y la que agregaste.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y sus límites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que elegiste, por qué, y qué no permite concluir tu análisis.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340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4028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elegido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60604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87552" y="26060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3246120"/>
            <a:ext cx="4983480" cy="777240"/>
          </a:xfrm>
          <a:prstGeom prst="roundRect">
            <a:avLst>
              <a:gd name="adj" fmla="val 7059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87552" y="3246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qué, conectado con el escenario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aseguradora.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400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2340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24028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con ese umbral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19088" y="260604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601968" y="260604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recall, y cuántos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y falsos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 implica.</a:t>
            </a: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endParaRPr lang="en-US" sz="11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números concretos.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608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50799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cosas que este análisis NO permite concluir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8755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5371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3699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11987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7548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ESTA SLIDE ANTES DE EXPONER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esta plantilla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para la pareja. No forma parte de la presentación.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311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los recuadros punteados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20640" y="2167128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huecos. Borra el texto de ayuda y pon tu contenido.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35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2935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las 5 slides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2971800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más ni menos. La portada no cuenta.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37398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los 7 minutos así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20640" y="3776472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1: 30 s · Slide 2: 1 min · Slide 3: 2 min · Slide 4: 2.5 min · Slide 5: 1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7141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6451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80160" y="45445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exponen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4581144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Repártanse las slides. Se evalúa a la pareja, no a uno.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449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80160" y="5349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una historia, no leas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0640" y="5385816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todo en la slide 4: qué esperaban, qué encontraron, por qué creen que pasa.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17220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2179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no se evalúa qué tan bueno es tu modelo, sino qué entendiste. La slide 4 es la que más pesa.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— Plantilla</dc:title>
  <dc:subject>PptxGenJS Presentation</dc:subject>
  <dc:creator>Rodrigo</dc:creator>
  <cp:lastModifiedBy>Rodrigo</cp:lastModifiedBy>
  <cp:revision>1</cp:revision>
  <dcterms:created xsi:type="dcterms:W3CDTF">2026-08-29T00:15:37Z</dcterms:created>
  <dcterms:modified xsi:type="dcterms:W3CDTF">2026-08-29T00:15:37Z</dcterms:modified>
</cp:coreProperties>
</file>